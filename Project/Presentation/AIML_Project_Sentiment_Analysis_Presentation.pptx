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Sentiment Analysis of IMDb Movie Reviews Using LSTM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Artificial Intelligence &amp; Machine Learning Project</a:t>
            </a:r>
          </a:p>
          <a:p/>
          <a:p>
            <a:r>
              <a:t>Batch No: ______</a:t>
            </a:r>
          </a:p>
          <a:p>
            <a:r>
              <a:t>Names &amp; Roll Nos: 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Sentiment analysis is a key task in Natural Language Processing (NLP). In this project, IMDb movie reviews are analyzed using Long Short-Term Memory (LSTM), a type of Recurrent Neural Network (RNN). Preprocessing, vectorization, and classification are applied to achieve an accuracy of 89.9%.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Sentiment analysis extracts and categorizes opinions from text.</a:t>
            </a:r>
          </a:p>
          <a:p>
            <a:r>
              <a:t>• It has applications in business analytics, opinion mining, and governmental decision making.</a:t>
            </a:r>
          </a:p>
          <a:p>
            <a:r>
              <a:t>• Two main approaches: Lexicon-based and Machine Learning-based.</a:t>
            </a:r>
          </a:p>
          <a:p>
            <a:r>
              <a:t>• LSTM is applied for improved accuracy in classification.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50k IMDb movie reviews.</a:t>
            </a:r>
          </a:p>
          <a:p>
            <a:r>
              <a:t>• 25k for training and 25k for testing.</a:t>
            </a:r>
          </a:p>
          <a:p>
            <a:r>
              <a:t>• Balanced dataset: 12.5k positive, 12.5k negative reviews.</a:t>
            </a:r>
          </a:p>
          <a:p>
            <a:r>
              <a:t>• Average review length: ~235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1. Data preprocessing (cleaning, stopword removal, stemming).</a:t>
            </a:r>
          </a:p>
          <a:p>
            <a:r>
              <a:t>2. Vectorization using Doc2Vec.</a:t>
            </a:r>
          </a:p>
          <a:p>
            <a:r>
              <a:t>3. Model: LSTM with Adam optimizer.</a:t>
            </a:r>
          </a:p>
          <a:p>
            <a:r>
              <a:t>4. Evaluation using confusion matrix &amp;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Layer: 50 nodes.</a:t>
            </a:r>
          </a:p>
          <a:p>
            <a:r>
              <a:t>• Hidden Layer: LSTM with 101 memory units.</a:t>
            </a:r>
          </a:p>
          <a:p>
            <a:r>
              <a:t>• Output Layer: 2 nodes (Positive/Negative).</a:t>
            </a:r>
          </a:p>
          <a:p>
            <a:r>
              <a:t>• Optimizer: Adam.</a:t>
            </a:r>
          </a:p>
          <a:p>
            <a:r>
              <a:t>• Validation: 10-fold cross-validation.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 achieved: 89.9%.</a:t>
            </a:r>
          </a:p>
          <a:p>
            <a:r>
              <a:t>• Confusion matrix indicates reliable classification.</a:t>
            </a:r>
          </a:p>
          <a:p>
            <a:r>
              <a:t>• Performance can be improved using more advanced preprocessing and ensemble classifiers.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LSTM effectively classifies IMDb reviews into positive and negative.</a:t>
            </a:r>
          </a:p>
          <a:p>
            <a:r>
              <a:t>• Achieved high accuracy of 89.9%.</a:t>
            </a:r>
          </a:p>
          <a:p>
            <a:r>
              <a:t>• Future work: Ensemble methods &amp; deeper architectures.</a:t>
            </a:r>
          </a:p>
          <a:p>
            <a:r>
              <a:t>• Demonstrates potential for real-world sentiment analysis applications.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[1] A.L. Maas et al., 'Learning word vectors for sentiment analysis,' ACL, 2011.</a:t>
            </a:r>
          </a:p>
          <a:p>
            <a:r>
              <a:t>[2] Zhou et al., 'Attention-based Bi-LSTM for relation classification,' ACL, 2016.</a:t>
            </a:r>
          </a:p>
          <a:p>
            <a:r>
              <a:t>[3] Onan et al., 'Ensemble classifier for text sentiment classification,' Expert Systems, 2016.</a:t>
            </a:r>
          </a:p>
          <a:p>
            <a:r>
              <a:t>... and more.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